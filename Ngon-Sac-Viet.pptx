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4973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name: Ngon Sac Viet means the color and voice of Vietnamese languages. One pilot language. Community audio. Nothing goes public until a person checks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five-part shape as a project defense: overview, basis, design, plan,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Vietnam has 54 ethnic groups. Much of the language heritage lives only in memory. The project gives young people a way to hear, learn, and use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 142/QD-TTg of 27 January 2022 asks Vietnam to strengthen ethnic minority languages and scripts. Current AI mostly serves languages that already have a lot of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Ngon Sac Viet identifies the language, drafts a transcript, translates short lines against verified pairs, and stores words, stories, customs, and audio.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Models only suggest. A reviewer confirms the transcript and the translation before anything is published. Translation works on sentence pairs already in the archive.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web app is in Vietnamese, in the browser. Learners study. Contributors submit. Reviewers are the only people who can publish.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 is a browser app, Vietnamese interface, one pilot language, about 300 to 500 items with Vietnamese meaning and audio when the item is spoken.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team will not train a foundation model, will not build text-to-speech, and will not publish recognition, transcripts, or translations before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 locks the topic with the advisor. Weeks 2–3 design the database. Weeks 4–7 build lookup, learning, translation, contribution, and the review queue. Weeks 8–10 test, fix, and defend.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Advisor is Dr. Nguyen Van Binh. Tham coordinates and reviews content. Duy owns data, language identification, speech-to-text, and translation. Nhut owns the interface, the story and custom archive, and testing. Nhut's student ID is not in the outline.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Expected result: a sample archive, recognition on sample audio, short translation both ways, and a contribution flow that cannot skip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and invite questions. Offer to name the pilot language once it is agreed with the advisor.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5" Type="http://schemas.openxmlformats.org/officeDocument/2006/relationships/image" Target="../media/image3.jpg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ACER/.cursor/projects/d-tool-ai4life/assets/nsv-terraces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3703320"/>
            <a:ext cx="12191695" cy="3154680"/>
          </a:xfrm>
          <a:prstGeom prst="rect">
            <a:avLst/>
          </a:prstGeom>
          <a:solidFill>
            <a:srgbClr val="0E2444">
              <a:alpha val="92000"/>
            </a:srgbClr>
          </a:solidFill>
          <a:ln w="12700">
            <a:solidFill>
              <a:srgbClr val="0E2444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391363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40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PROJECT OUTLINE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4224528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Ngon Sac Viet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640080" y="4956048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the languages of Vietnam's ethnic peoples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553212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Bùi Thị Lệ Thắm   ·   Nguyễn Minh Duy   ·   Trần Đình Nhứt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59070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TS. Đặng </a:t>
            </a:r>
            <a:r>
              <a:rPr lang="en-US" sz="1400" dirty="0" err="1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Đại</a:t>
            </a:r>
            <a:r>
              <a:rPr lang="en-US" sz="1400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Thọ</a:t>
            </a:r>
            <a:r>
              <a:rPr lang="en-US" sz="1400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advisor    ·    23JIT    ·    13 March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ACER/.cursor/projects/d-tool-ai4life/assets/nsv-villag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470916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709160" y="0"/>
            <a:ext cx="748253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257800" y="50292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40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257800" y="86868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chapters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257800" y="17373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172200" y="173736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of the topic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257800" y="25603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172200" y="25603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Theoretical basis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257800" y="33832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172200" y="33832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and design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257800" y="42062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172200" y="42062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plan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257800" y="50292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172200" y="50292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10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 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 held in memory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en-US" sz="92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ethnic peoples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3639312"/>
            <a:ext cx="201168" cy="201168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5661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8587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only in a person's voice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4416552"/>
            <a:ext cx="201168" cy="201168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34340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Stories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46360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customs, rarely written down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6928" y="5193792"/>
            <a:ext cx="201168" cy="201168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512064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Young people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54132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no way to hear them again</a:t>
            </a:r>
            <a:endParaRPr lang="en-US" sz="1500" dirty="0"/>
          </a:p>
        </p:txBody>
      </p:sp>
      <p:pic>
        <p:nvPicPr>
          <p:cNvPr id="15" name="Image 0" descr="C:/Users/ACER/.cursor/projects/d-tool-ai4life/assets/nsv-brocad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37960" y="1417320"/>
            <a:ext cx="5074920" cy="4709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0292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Ngon Sac Viet  ·  VKU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607040" y="647395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10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 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topic</a:t>
            </a:r>
            <a:endParaRPr lang="en-US" sz="3400" dirty="0"/>
          </a:p>
        </p:txBody>
      </p:sp>
      <p:pic>
        <p:nvPicPr>
          <p:cNvPr id="4" name="Image 0" descr="C:/Users/ACER/.cursor/projects/d-tool-ai4life/assets/nsv-hands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481328"/>
            <a:ext cx="3611880" cy="3383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501091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checked home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02920" y="539496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and knowledge stay offline.</a:t>
            </a:r>
            <a:endParaRPr lang="en-US" sz="1500" dirty="0"/>
          </a:p>
        </p:txBody>
      </p:sp>
      <p:pic>
        <p:nvPicPr>
          <p:cNvPr id="7" name="Image 1" descr="C:/Users/ACER/.cursor/projects/d-tool-ai4life/assets/nsv-listen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343400" y="1481328"/>
            <a:ext cx="3611880" cy="33832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43400" y="501091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learn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4343400" y="539496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Youth cannot hear or reuse it.</a:t>
            </a:r>
            <a:endParaRPr lang="en-US" sz="1500" dirty="0"/>
          </a:p>
        </p:txBody>
      </p:sp>
      <p:pic>
        <p:nvPicPr>
          <p:cNvPr id="10" name="Image 2" descr="C:/Users/ACER/.cursor/projects/d-tool-ai4life/assets/nsv-village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83880" y="1481328"/>
            <a:ext cx="3611880" cy="33832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83880" y="501091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looks away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8183880" y="539496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Scarce languages are left out.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50292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Ngon Sac Viet  ·  VKU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10607040" y="647395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ACER/.cursor/projects/d-tool-ai4life/assets/nsv-record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126480" cy="6858000"/>
          </a:xfrm>
          <a:prstGeom prst="rect">
            <a:avLst/>
          </a:prstGeom>
          <a:solidFill>
            <a:srgbClr val="0E2444">
              <a:alpha val="94000"/>
            </a:srgbClr>
          </a:solidFill>
          <a:ln w="12700">
            <a:solidFill>
              <a:srgbClr val="0E2444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169164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20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  BASIS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02920" y="210312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platform.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jobs.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02920" y="3840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 it. Write it.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 it. Keep it.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02920" y="475488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pilot language.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 checks every public item.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10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  BASIS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does</a:t>
            </a:r>
            <a:endParaRPr lang="en-US" sz="3400" dirty="0"/>
          </a:p>
        </p:txBody>
      </p:sp>
      <p:pic>
        <p:nvPicPr>
          <p:cNvPr id="4" name="Image 0" descr="C:/Users/ACER/.cursor/projects/d-tool-ai4life/assets/nsv-listen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444752"/>
            <a:ext cx="2148840" cy="2148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834640" y="16733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2834640" y="20391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834640" y="26151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pilot language.</a:t>
            </a:r>
            <a:endParaRPr lang="en-US" sz="1600" dirty="0"/>
          </a:p>
        </p:txBody>
      </p:sp>
      <p:pic>
        <p:nvPicPr>
          <p:cNvPr id="8" name="Image 1" descr="C:/Users/ACER/.cursor/projects/d-tool-ai4life/assets/nsv-record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55080" y="1444752"/>
            <a:ext cx="2148840" cy="21488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0" y="16733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686800" y="20391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Transcribe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8686800" y="26151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becomes a draft.</a:t>
            </a:r>
            <a:endParaRPr lang="en-US" sz="1600" dirty="0"/>
          </a:p>
        </p:txBody>
      </p:sp>
      <p:pic>
        <p:nvPicPr>
          <p:cNvPr id="12" name="Image 2" descr="C:/Users/ACER/.cursor/projects/d-tool-ai4life/assets/nsv-brocade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02920" y="3822192"/>
            <a:ext cx="2148840" cy="21488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834640" y="40507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2834640" y="44165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Translate</a:t>
            </a:r>
            <a:endParaRPr lang="en-US" sz="2600" dirty="0"/>
          </a:p>
        </p:txBody>
      </p:sp>
      <p:sp>
        <p:nvSpPr>
          <p:cNvPr id="15" name="Text 10"/>
          <p:cNvSpPr/>
          <p:nvPr/>
        </p:nvSpPr>
        <p:spPr>
          <a:xfrm>
            <a:off x="2834640" y="499262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lines, both ways.</a:t>
            </a:r>
            <a:endParaRPr lang="en-US" sz="1600" dirty="0"/>
          </a:p>
        </p:txBody>
      </p:sp>
      <p:pic>
        <p:nvPicPr>
          <p:cNvPr id="16" name="Image 3" descr="C:/Users/ACER/.cursor/projects/d-tool-ai4life/assets/nsv-archive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355080" y="3822192"/>
            <a:ext cx="2148840" cy="21488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686800" y="40507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8686800" y="44165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Archive</a:t>
            </a:r>
            <a:endParaRPr lang="en-US" sz="2600" dirty="0"/>
          </a:p>
        </p:txBody>
      </p:sp>
      <p:sp>
        <p:nvSpPr>
          <p:cNvPr id="19" name="Text 13"/>
          <p:cNvSpPr/>
          <p:nvPr/>
        </p:nvSpPr>
        <p:spPr>
          <a:xfrm>
            <a:off x="8686800" y="499262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Words, stories, customs.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50292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Ngon Sac Viet  ·  VKU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10607040" y="647395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10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roles</a:t>
            </a:r>
            <a:endParaRPr lang="en-US" sz="3400" dirty="0"/>
          </a:p>
        </p:txBody>
      </p:sp>
      <p:pic>
        <p:nvPicPr>
          <p:cNvPr id="4" name="Image 0" descr="C:/Users/ACER/.cursor/projects/d-tool-ai4life/assets/nsv-listen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481328"/>
            <a:ext cx="3611880" cy="2468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114800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Learner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02920" y="4645152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 a native voice.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up a word.</a:t>
            </a:r>
            <a:endParaRPr lang="en-US" sz="1600" dirty="0"/>
          </a:p>
        </p:txBody>
      </p:sp>
      <p:pic>
        <p:nvPicPr>
          <p:cNvPr id="7" name="Image 1" descr="C:/Users/ACER/.cursor/projects/d-tool-ai4life/assets/nsv-hands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343400" y="1481328"/>
            <a:ext cx="3611880" cy="2468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43400" y="4114800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Contributor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4343400" y="4645152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audio or a story.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 comes first.</a:t>
            </a:r>
            <a:endParaRPr lang="en-US" sz="1600" dirty="0"/>
          </a:p>
        </p:txBody>
      </p:sp>
      <p:pic>
        <p:nvPicPr>
          <p:cNvPr id="10" name="Image 2" descr="C:/Users/ACER/.cursor/projects/d-tool-ai4life/assets/nsv-archive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83880" y="1481328"/>
            <a:ext cx="3611880" cy="2468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83880" y="4114800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Reviewer</a:t>
            </a:r>
            <a:endParaRPr lang="en-US" sz="2600" dirty="0"/>
          </a:p>
        </p:txBody>
      </p:sp>
      <p:sp>
        <p:nvSpPr>
          <p:cNvPr id="12" name="Text 7"/>
          <p:cNvSpPr/>
          <p:nvPr/>
        </p:nvSpPr>
        <p:spPr>
          <a:xfrm>
            <a:off x="8183880" y="4645152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queue.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it can go public.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50292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Ngon Sac Viet  ·  VKU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10607040" y="647395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ACER/.cursor/projects/d-tool-ai4life/assets/nsv-terraces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44">
              <a:alpha val="82000"/>
            </a:srgbClr>
          </a:solidFill>
          <a:ln w="12700">
            <a:solidFill>
              <a:srgbClr val="0E2444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 DESIGN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pilot, in three numbers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196596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C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640080" y="31089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language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40080" y="36576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5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shape can take more later.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434840" y="196596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C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300–500</a:t>
            </a:r>
            <a:endParaRPr lang="en-US" sz="5400" dirty="0"/>
          </a:p>
        </p:txBody>
      </p:sp>
      <p:sp>
        <p:nvSpPr>
          <p:cNvPr id="10" name="Text 7"/>
          <p:cNvSpPr/>
          <p:nvPr/>
        </p:nvSpPr>
        <p:spPr>
          <a:xfrm>
            <a:off x="4434840" y="31089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434840" y="36576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5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Words, lines, short stories, audio.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0" y="196596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C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400" dirty="0"/>
          </a:p>
        </p:txBody>
      </p:sp>
      <p:sp>
        <p:nvSpPr>
          <p:cNvPr id="13" name="Text 10"/>
          <p:cNvSpPr/>
          <p:nvPr/>
        </p:nvSpPr>
        <p:spPr>
          <a:xfrm>
            <a:off x="8229600" y="31089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unreviewed pages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229600" y="36576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5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evidence is thin, we say so.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10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leave out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55680" cy="1261872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4767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011680" y="1801368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training from zero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011680" y="225856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use models that already exist.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3017520"/>
            <a:ext cx="11155680" cy="1261872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36499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011680" y="3218688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synthetic voice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011680" y="367588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audio, with consent.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4434840"/>
            <a:ext cx="11155680" cy="1261872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78231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011680" y="4636008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silent guesses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011680" y="509320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Unverified text stays in the queue.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Ngon Sac Viet  ·  VKU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607040" y="647395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10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  PLAN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weeks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611880" cy="201168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5564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10–17 Mar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2140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 it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272491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language and roles.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611880" cy="201168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75564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18–30 Mar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212140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it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0" y="272491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 and review flow.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83880" y="1554480"/>
            <a:ext cx="3611880" cy="201168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175564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1–14 Apr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12480" y="212140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Sketch it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412480" y="272491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and first data.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794760"/>
            <a:ext cx="3611880" cy="201168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99592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15–29 Apr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43616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it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31520" y="496519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Listen, draft, translate.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343400" y="3794760"/>
            <a:ext cx="3611880" cy="201168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399592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1–14 May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0" y="43616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it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572000" y="496519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Learners and reviewers.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183880" y="3794760"/>
            <a:ext cx="3611880" cy="201168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399592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15–18 May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12480" y="43616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Defend it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8412480" y="496519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Product, report, slides.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Ngon Sac Viet  ·  VKU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607040" y="647395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10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  PLAN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builds what</a:t>
            </a:r>
            <a:endParaRPr lang="en-US" sz="3400" dirty="0"/>
          </a:p>
        </p:txBody>
      </p:sp>
      <p:pic>
        <p:nvPicPr>
          <p:cNvPr id="4" name="Image 0" descr="C:/Users/ACER/.cursor/projects/d-tool-ai4life/assets/nsv-loom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444752"/>
            <a:ext cx="3611880" cy="2468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0690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Bùi Thị Lệ Thắm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02920" y="44805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23IT253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482803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Lead. Lessons.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review.</a:t>
            </a:r>
            <a:endParaRPr lang="en-US" sz="1600" dirty="0"/>
          </a:p>
        </p:txBody>
      </p:sp>
      <p:pic>
        <p:nvPicPr>
          <p:cNvPr id="8" name="Image 1" descr="C:/Users/ACER/.cursor/projects/d-tool-ai4life/assets/nsv-record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343400" y="1444752"/>
            <a:ext cx="3611880" cy="2468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43400" y="40690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Nguyễn Minh Duy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4343400" y="44805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23IT038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343400" y="482803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Data. Speech.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Translation.</a:t>
            </a:r>
            <a:endParaRPr lang="en-US" sz="1600" dirty="0"/>
          </a:p>
        </p:txBody>
      </p:sp>
      <p:pic>
        <p:nvPicPr>
          <p:cNvPr id="12" name="Image 2" descr="C:/Users/ACER/.cursor/projects/d-tool-ai4life/assets/nsv-archive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83880" y="1444752"/>
            <a:ext cx="3611880" cy="2468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83880" y="40690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Trần Đình Nhứt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8183880" y="44805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23IT203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8183880" y="482803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Interface. Stories.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Testing.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50292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Ngon Sac Viet  ·  VKU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10607040" y="647395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10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  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show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577840" cy="196596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554480" y="184708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archive you can hear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26060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words, stories, and native audio.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55080" y="1554480"/>
            <a:ext cx="5577840" cy="196596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406640" y="184708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draft, then a human yes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406640" y="26060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ID and a suggested transcript.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3749040"/>
            <a:ext cx="5577840" cy="196596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554480" y="404164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two-way translation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48006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on pairs already in the archive.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55080" y="3749040"/>
            <a:ext cx="5577840" cy="196596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406640" y="404164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community queue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406640" y="48006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send. Reviewers publish.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Ngon Sac Viet  ·  VKU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607040" y="647395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ACER/.cursor/projects/d-tool-ai4life/assets/nsv-villag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44">
              <a:alpha val="64000"/>
            </a:srgbClr>
          </a:solidFill>
          <a:ln w="12700">
            <a:solidFill>
              <a:srgbClr val="0E2444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1965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640080" y="2880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Ngon Sac Viet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0080" y="3657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Bùi Thị Lệ Thắm  ·  Nguyễn Minh Duy  ·  Trần Đình Nhứt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4114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TS. Đặng </a:t>
            </a:r>
            <a:r>
              <a:rPr lang="en-US" sz="1600" dirty="0" err="1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Đại</a:t>
            </a:r>
            <a:r>
              <a:rPr lang="en-US" sz="16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Thọ</a:t>
            </a:r>
            <a:r>
              <a:rPr lang="en-US" sz="16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  VKU    ·    2026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936</Words>
  <Application>Microsoft Office PowerPoint</Application>
  <PresentationFormat>Widescreen</PresentationFormat>
  <Paragraphs>183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Ngon Sac Viet</dc:title>
  <dc:subject>Specialized project outline — AI for Vietnam's ethnic languages</dc:subject>
  <dc:creator>Bui Thi Le Tham, Nguyen Minh Duy, Tran Dinh Nhut</dc:creator>
  <cp:lastModifiedBy>Duyy Minh</cp:lastModifiedBy>
  <cp:revision>2</cp:revision>
  <dcterms:created xsi:type="dcterms:W3CDTF">2026-10-01T16:22:16Z</dcterms:created>
  <dcterms:modified xsi:type="dcterms:W3CDTF">2026-10-01T16:26:10Z</dcterms:modified>
</cp:coreProperties>
</file>